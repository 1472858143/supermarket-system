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0d52a56cc44a8f" /><Relationship Type="http://schemas.openxmlformats.org/officeDocument/2006/relationships/extended-properties" Target="/docProps/app.xml" Id="R55d209ba42144d06" /><Relationship Type="http://schemas.openxmlformats.org/officeDocument/2006/relationships/officeDocument" Target="/ppt/presentation.xml" Id="R750302776f19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509ce674dd4254"/>
  </p:sldMasterIdLst>
  <p:notesMasterIdLst>
    <p:notesMasterId xmlns:r="http://schemas.openxmlformats.org/officeDocument/2006/relationships" r:id="R9502cf233513464b"/>
  </p:notesMasterIdLst>
  <p:sldIdLst>
    <p:sldId xmlns:r="http://schemas.openxmlformats.org/officeDocument/2006/relationships" id="256" r:id="Rec64bdff872a4749"/>
    <p:sldId xmlns:r="http://schemas.openxmlformats.org/officeDocument/2006/relationships" id="257" r:id="R10c7d9578aa548e1"/>
    <p:sldId xmlns:r="http://schemas.openxmlformats.org/officeDocument/2006/relationships" id="258" r:id="Rd63e816c0d4342c3"/>
    <p:sldId xmlns:r="http://schemas.openxmlformats.org/officeDocument/2006/relationships" id="259" r:id="R96c736c6c9d54340"/>
    <p:sldId xmlns:r="http://schemas.openxmlformats.org/officeDocument/2006/relationships" id="260" r:id="R6a76edd44ce442db"/>
    <p:sldId xmlns:r="http://schemas.openxmlformats.org/officeDocument/2006/relationships" id="261" r:id="Rf67e02c920894868"/>
    <p:sldId xmlns:r="http://schemas.openxmlformats.org/officeDocument/2006/relationships" id="262" r:id="R4113eddcf3c345af"/>
    <p:sldId xmlns:r="http://schemas.openxmlformats.org/officeDocument/2006/relationships" id="263" r:id="R3bd82531f8ad4b05"/>
    <p:sldId xmlns:r="http://schemas.openxmlformats.org/officeDocument/2006/relationships" id="264" r:id="R458f7ebda9654fea"/>
    <p:sldId xmlns:r="http://schemas.openxmlformats.org/officeDocument/2006/relationships" id="265" r:id="R33d1844fe3dd49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096c77de7492a" /><Relationship Type="http://schemas.openxmlformats.org/officeDocument/2006/relationships/slideMaster" Target="/ppt/slideMasters/slideMaster1.xml" Id="R0d509ce674dd4254" /><Relationship Type="http://schemas.openxmlformats.org/officeDocument/2006/relationships/notesMaster" Target="/ppt/notesMasters/notesMaster1.xml" Id="R9502cf233513464b" /><Relationship Type="http://schemas.openxmlformats.org/officeDocument/2006/relationships/presProps" Target="/ppt/presProps.xml" Id="R2b57085038704758" /><Relationship Type="http://schemas.openxmlformats.org/officeDocument/2006/relationships/viewProps" Target="/ppt/viewProps.xml" Id="R721088c474c24ad6" /><Relationship Type="http://schemas.openxmlformats.org/officeDocument/2006/relationships/tableStyles" Target="/ppt/tableStyles.xml" Id="R7afbcf29afe54b28" /><Relationship Type="http://schemas.openxmlformats.org/officeDocument/2006/relationships/slide" Target="/ppt/slides/slide1.xml" Id="Rec64bdff872a4749" /><Relationship Type="http://schemas.openxmlformats.org/officeDocument/2006/relationships/slide" Target="/ppt/slides/slide2.xml" Id="R10c7d9578aa548e1" /><Relationship Type="http://schemas.openxmlformats.org/officeDocument/2006/relationships/slide" Target="/ppt/slides/slide3.xml" Id="Rd63e816c0d4342c3" /><Relationship Type="http://schemas.openxmlformats.org/officeDocument/2006/relationships/slide" Target="/ppt/slides/slide4.xml" Id="R96c736c6c9d54340" /><Relationship Type="http://schemas.openxmlformats.org/officeDocument/2006/relationships/slide" Target="/ppt/slides/slide5.xml" Id="R6a76edd44ce442db" /><Relationship Type="http://schemas.openxmlformats.org/officeDocument/2006/relationships/slide" Target="/ppt/slides/slide6.xml" Id="Rf67e02c920894868" /><Relationship Type="http://schemas.openxmlformats.org/officeDocument/2006/relationships/slide" Target="/ppt/slides/slide7.xml" Id="R4113eddcf3c345af" /><Relationship Type="http://schemas.openxmlformats.org/officeDocument/2006/relationships/slide" Target="/ppt/slides/slide8.xml" Id="R3bd82531f8ad4b05" /><Relationship Type="http://schemas.openxmlformats.org/officeDocument/2006/relationships/slide" Target="/ppt/slides/slide9.xml" Id="R458f7ebda9654fea" /><Relationship Type="http://schemas.openxmlformats.org/officeDocument/2006/relationships/slide" Target="/ppt/slides/slide10.xml" Id="R33d1844fe3dd49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b3cfc817e4f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a21b0ccd3453c" /><Relationship Type="http://schemas.openxmlformats.org/officeDocument/2006/relationships/notesMaster" Target="/ppt/notesMasters/notesMaster1.xml" Id="R66d983a51b27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5aeafccc694b11" /><Relationship Type="http://schemas.openxmlformats.org/officeDocument/2006/relationships/notesMaster" Target="/ppt/notesMasters/notesMaster1.xml" Id="R3e33c123b7cf44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2bacaffd794442" /><Relationship Type="http://schemas.openxmlformats.org/officeDocument/2006/relationships/notesMaster" Target="/ppt/notesMasters/notesMaster1.xml" Id="R952968cc5e7249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db01473fbf4538" /><Relationship Type="http://schemas.openxmlformats.org/officeDocument/2006/relationships/notesMaster" Target="/ppt/notesMasters/notesMaster1.xml" Id="R35674d1e6ef74e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3ece90d554f8c" /><Relationship Type="http://schemas.openxmlformats.org/officeDocument/2006/relationships/notesMaster" Target="/ppt/notesMasters/notesMaster1.xml" Id="R2eb3415fd01f49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28d980a88a4ffb" /><Relationship Type="http://schemas.openxmlformats.org/officeDocument/2006/relationships/notesMaster" Target="/ppt/notesMasters/notesMaster1.xml" Id="R733a48958218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ea9b0c059e442a" /><Relationship Type="http://schemas.openxmlformats.org/officeDocument/2006/relationships/notesMaster" Target="/ppt/notesMasters/notesMaster1.xml" Id="Rf53248208b0744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1b87023663457e" /><Relationship Type="http://schemas.openxmlformats.org/officeDocument/2006/relationships/notesMaster" Target="/ppt/notesMasters/notesMaster1.xml" Id="Rb56e76eed5f942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ce87b8c7b54422" /><Relationship Type="http://schemas.openxmlformats.org/officeDocument/2006/relationships/notesMaster" Target="/ppt/notesMasters/notesMaster1.xml" Id="Ra7e5d49c1ad548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62d267afa44df5" /><Relationship Type="http://schemas.openxmlformats.org/officeDocument/2006/relationships/notesMaster" Target="/ppt/notesMasters/notesMaster1.xml" Id="R7c445368accb47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5ae92133b4d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bcf6c81034114" /><Relationship Type="http://schemas.openxmlformats.org/officeDocument/2006/relationships/slideLayout" Target="/ppt/slideLayouts/slideLayout1.xml" Id="R12663cb0a6bd42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663cb0a6bd42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4e28b3e8c48bf" /><Relationship Type="http://schemas.openxmlformats.org/officeDocument/2006/relationships/notesSlide" Target="/ppt/notesSlides/notesSlide1.xml" Id="R582072794bf141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327bae9cf48c0" /><Relationship Type="http://schemas.openxmlformats.org/officeDocument/2006/relationships/notesSlide" Target="/ppt/notesSlides/notesSlide2.xml" Id="Rb3885a2b3153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fb6d14864ad1" /><Relationship Type="http://schemas.openxmlformats.org/officeDocument/2006/relationships/notesSlide" Target="/ppt/notesSlides/notesSlide3.xml" Id="R212ad1eafe97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a093e1cf64d8c" /><Relationship Type="http://schemas.openxmlformats.org/officeDocument/2006/relationships/image" Target="/ppt/media/image.png" Id="Rab3418a17e344188" /><Relationship Type="http://schemas.openxmlformats.org/officeDocument/2006/relationships/notesSlide" Target="/ppt/notesSlides/notesSlide4.xml" Id="R19ff67c5fb4b4b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9782595f84d40" /><Relationship Type="http://schemas.openxmlformats.org/officeDocument/2006/relationships/notesSlide" Target="/ppt/notesSlides/notesSlide5.xml" Id="R387fa128557145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1f26824954068" /><Relationship Type="http://schemas.openxmlformats.org/officeDocument/2006/relationships/notesSlide" Target="/ppt/notesSlides/notesSlide6.xml" Id="R5dcd486d2a4a4d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e3c7865e44309" /><Relationship Type="http://schemas.openxmlformats.org/officeDocument/2006/relationships/image" Target="/ppt/media/image2.png" Id="R5e230673f52c44f1" /><Relationship Type="http://schemas.openxmlformats.org/officeDocument/2006/relationships/image" Target="/ppt/media/image3.png" Id="R281a16e9dfc5469b" /><Relationship Type="http://schemas.openxmlformats.org/officeDocument/2006/relationships/image" Target="/ppt/media/image4.png" Id="R297e08d80c384c64" /><Relationship Type="http://schemas.openxmlformats.org/officeDocument/2006/relationships/image" Target="/ppt/media/image5.png" Id="R7772c6495e294c5e" /><Relationship Type="http://schemas.openxmlformats.org/officeDocument/2006/relationships/image" Target="/ppt/media/image6.png" Id="R6d1a44958e654cfc" /><Relationship Type="http://schemas.openxmlformats.org/officeDocument/2006/relationships/notesSlide" Target="/ppt/notesSlides/notesSlide7.xml" Id="R1b0eafe666b4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348e56a854dae" /><Relationship Type="http://schemas.openxmlformats.org/officeDocument/2006/relationships/notesSlide" Target="/ppt/notesSlides/notesSlide8.xml" Id="Rd48dc2be32e544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7e1ffd3124d01" /><Relationship Type="http://schemas.openxmlformats.org/officeDocument/2006/relationships/notesSlide" Target="/ppt/notesSlides/notesSlide9.xml" Id="R06f46683e47048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d96e7c3c04d09" /><Relationship Type="http://schemas.openxmlformats.org/officeDocument/2006/relationships/notesSlide" Target="/ppt/notesSlides/notesSlide10.xml" Id="R299895a5107542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A42F1-EB64-4A9D-B712-E8DD40F6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F310B-C3C8-4BFF-9602-031A215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530F6-1B17-4620-BE54-84A768A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905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毕业设计答辩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7F0BC-25FB-4AD2-BBDC-F71232BB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6858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基于 Spring Boot 的 超市库存管理系统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46E0D-D48F-4DD5-8510-FA4C25ED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670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围绕商品、SKU、采购入库、库存批次、盘点与报表，构建可运行、可追溯的后台管理系统。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245B0-ED23-4A64-A220-54D31C97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4287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9B80F-A16E-4DD3-B951-F5B561D8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4275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统一库存变更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209A-90FB-4554-B114-02AAC846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76650"/>
            <a:ext cx="1104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06316-B0EB-41AA-8A2D-6C31D7F3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24275"/>
            <a:ext cx="876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批次追踪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57831-BDBE-423D-A062-475FAD74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13906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AD024-330B-4320-941A-CB97E2F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24275"/>
            <a:ext cx="116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AI 协同开发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78A9E-3AFC-4D06-BD1E-D934743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105150" cy="34480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53A2A-570B-486C-A97C-2C4BB069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362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A8D07-7C47-4BB1-823B-F4ACA092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36220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学生：伍佳圆 专业：网络工程 学院：电子信息与人工智能学院 指导教师：孙连山 时间：2026 年 6 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1C94D-9EC7-4022-9CE0-A9AA7DA8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30837-D03E-43EA-9DB4-DAE002DF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DD3AC-733C-4986-A4C6-288BDD16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748565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8A8C8-A586-42FD-AACB-250DFD5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FDB9E-DAB9-49A9-A1F9-C7DD66FB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BACKGROUND AND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E3E43-E240-4D29-ADE0-8342908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系统目标是把分散的库存记录收敛为可查询、可校验、可追溯的业务闭环。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19313-344D-4593-9BDA-256E9B2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F7C07-DDB3-4A98-A24C-E8117A2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9B22C-BC3E-4FF1-ACD4-91FD3FF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06775-4EE3-4CE5-97E3-981D66B4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9530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DE527-2ADC-40CB-861E-E5432B9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9530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9609E-0F08-4D2B-B01F-8396037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66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传统库存管理痛点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71766-8529-44D8-9BDC-856617B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9E8D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4CB8F-F1CF-4AC0-BE04-321EBD0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6B76B-03FD-4DDC-BA5C-8062367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数据更新滞后，库存状态难以及时反映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CE5B5-D004-44AB-AFAE-282F96F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9E8D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47266-6C22-4EE9-A903-9BFCE1F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FCD55-2634-45B3-A91C-5C1422E0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商品规格、单位与批次信息分散维护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20E0A-601D-4925-BDEF-79282943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9E8D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ADDFA-5958-4562-A177-813E08E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C9073-A07B-46D8-9399-30E55495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入库、出库、盘点过程缺少统一追溯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51B40-2595-4C94-8A7F-6BEBBC4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本文建设目标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BEEEB-8B70-492E-8BAC-6879B9B8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866CF-776D-4E84-8F12-145395C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EDE6B-9BAE-4350-A75D-F79E49A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1460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建立商品、SKU、供应商等基础资料体系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7095A-772F-490D-B591-B455614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CB5C6-2DB3-4978-A110-02A6535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60F9B1-60E5-47AF-8E10-229B82F4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1945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用统一库存服务约束库存数量变化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420B6-E8EA-4F9D-9820-7D4AF1E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89DD37-87A7-4829-89EC-A4AF41F6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47625" cy="5524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A653D-5AF3-402E-92C4-0B1039AC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37338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通过批次、流水和报表支撑查询分析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8478F-66F2-4366-8793-1ED092DB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90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AI 协同开发作为方法支撑：用于需求梳理、模块拆分、代码实现辅助、测试验证和论文资料整理。</a:t>
            </a:r>
          </a:p>
        </p:txBody>
      </p:sp>
    </p:spTree>
    <p:extLst>
      <p:ext uri="{BB962C8B-B14F-4D97-AF65-F5344CB8AC3E}">
        <p14:creationId xmlns:p14="http://schemas.microsoft.com/office/powerpoint/2010/main" val="997677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463275-DCC0-4AE8-85BF-2F06CC2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CA3FA-215C-49F5-9E7B-C9222089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DD6DC-CA5F-4603-B3FE-201366AC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前后端分离架构让页面交互、业务规则和数据持久化保持清晰边界。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727E5-E758-423A-A192-6BBCBE7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D3852-F43B-457E-AD89-C222CA8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C10C3-F3AA-4B18-A77D-8DAFD3D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8019D-ED61-4615-9672-0DED758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381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67E17-3F91-4E1F-B515-E027053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7625" cy="876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BBAF7-7EF6-4157-AC48-0041F12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2114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管理端 Vite / Router / Pinia / Axios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8267-B94B-4AA3-B477-03EB437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7D498-69B2-413B-8331-6E50C35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28575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EFA31-7626-4307-99E9-A5070579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09750"/>
            <a:ext cx="47625" cy="9906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D5B70-5CB3-45AD-B7B9-3C8F4298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24050"/>
            <a:ext cx="25908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RESTful API 统一响应 / 全局异常 / JWT 鉴权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ED6EE-2171-4C7D-9E1B-AAFE7263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526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D10DE-F450-4317-8036-ECBD893D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23812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12FA4-9EC8-45D2-8910-639EBCD9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47625" cy="876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E97F2-BA78-4CD7-A895-D4D1B68D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81200"/>
            <a:ext cx="2114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MySQL 数据库 主键 / 外键 / 约束 / 事务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2A47A-E4B1-43AC-8607-58AE6B7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8991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FE59A-EF91-4F5D-80C1-F9F68E46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后端分层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E0418-CA88-4472-BC9B-06C6015B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69280-DED8-4743-BA6E-CE77330E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7650"/>
            <a:ext cx="47625" cy="495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C3CAC-A641-443D-B0FE-7E3FED2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接收请求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A01EB-2D58-4A0B-AFC0-75AC476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E9A54-B3C4-45C6-BB87-93D8B4BE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3FB47-5A88-4C0C-823E-6FB5A039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47625" cy="495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E19F3F-8D34-4237-9FB3-2082E92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业务规则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5309E-C9B4-419C-AC8D-B27EC424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148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FA938-E70E-4AF5-B6A3-74C7BC99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576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344BC-0A03-443D-8748-C04B5FC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57650"/>
            <a:ext cx="47625" cy="495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A287A0-518E-418D-8B34-5B1A864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Mapper 数据访问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6DCEF0-05D4-44F6-B4B1-9304336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148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7AD35-748D-4067-B248-B255038B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2095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A30DD-BF87-4E25-978A-37E642E9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47625" cy="4953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DC800-34DC-46AD-81C5-6853A53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1828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 / DTO / VO 数据边界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8357E-8FA7-4AEA-875A-201E50AB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90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库存变更、采购入库、出库扣减和盘点确认均在 Service 层划定事务边界，避免业务单据与库存数据局部更新。</a:t>
            </a:r>
          </a:p>
        </p:txBody>
      </p:sp>
    </p:spTree>
    <p:extLst>
      <p:ext uri="{BB962C8B-B14F-4D97-AF65-F5344CB8AC3E}">
        <p14:creationId xmlns:p14="http://schemas.microsoft.com/office/powerpoint/2010/main" val="345901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97DA6-3284-4437-8C55-2B9194C4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72522-CD81-4E97-B4CC-DB6CCEB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FUNCTION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8D560-3ACB-4364-B802-CD84698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功能模块围绕商品主数据、出入库流程、库存追踪和权限报表展开。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2495C-E10E-4E64-8457-807C07A0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7E141-FEB1-4557-AE1E-649FDAE1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3A2C-4AA1-4785-B329-826FE116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BF2A6-100E-4D11-A73C-2A1EAC45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418a17e344188"/>
          <a:stretch xmlns:a="http://schemas.openxmlformats.org/drawingml/2006/main"/>
        </p:blipFill>
        <p:spPr>
          <a:xfrm xmlns:a="http://schemas.openxmlformats.org/drawingml/2006/main">
            <a:off x="1738884" y="1847850"/>
            <a:ext cx="4980432" cy="3276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52EF9-9EA5-455F-AF89-294998E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84592-E40B-4017-B1C8-640B535E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305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模块归纳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1FC58-8896-43DB-B252-AC912BAF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286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E051B-8FC5-4B97-89F0-774590F6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47625" cy="533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E69E8-5579-4255-B972-505B419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基础资料 商品 / 分类 / 品牌 / SKU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9104A-0E92-46F5-874F-150801B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2286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8FA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9362E-A2C5-4EAD-ABFB-B40046B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47625" cy="533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6D559-5A63-4089-BC6F-0615FED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业务过程 采购入库 / 出库 / 盘点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67487-E206-41B3-9C84-17783C5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286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9E8D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7D572-2166-46A6-83FD-9ED5BC9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47625" cy="533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F3AEE-D8EC-4DF9-9D1C-3350A8D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库存追踪 库存总账 / 批次 / 流水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A08C8-ECE9-446A-94E6-DE1F717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286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9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1EA02-F85A-4981-8752-8811B3CB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47625" cy="533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BD4EE-85D3-4965-BF36-7312746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系统支撑 用户权限 / 报表 / 工作台</a:t>
            </a:r>
          </a:p>
        </p:txBody>
      </p:sp>
    </p:spTree>
    <p:extLst>
      <p:ext uri="{BB962C8B-B14F-4D97-AF65-F5344CB8AC3E}">
        <p14:creationId xmlns:p14="http://schemas.microsoft.com/office/powerpoint/2010/main" val="1979650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0DEF3B-F3F2-4727-B580-C261197A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068C-C528-4105-9093-8FC63AB2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DATABASE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5F74A-55DF-413C-971F-07800EA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数据库以 SKU 和库存批次为核心，支撑采购、出库、盘点全过程追溯。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3AEFB-0DC2-4B41-BEFA-84C7F8A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1FB22-9543-4911-BBE9-B814207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26527-74E0-4FCB-9474-461C1269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4D557-5A90-4454-A4E7-18A9998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F42B7-BE65-478D-B4F1-74917EAA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47625" cy="7239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6B59B-ECFB-457F-9871-B9EA8F3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1733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SKU 库存核算核心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9A586-FED4-4495-BCEA-DB0D1F55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B1325-622E-4FFF-9AC6-85669E65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DD4B6-5B56-435A-ABDC-1EF643E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5740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Product / Category / Brand 商品主档与分类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8A5D6-65E7-4AFF-80FE-DB42B6EF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94902-B67F-4DED-9FD1-24AC467B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070FB-7FC4-4F23-82BA-2E4F5A32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Supplier / SupplierSku 供货关系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746B9-A73C-48F9-8A00-0E8DA935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6FC11-A5C3-4CEB-ACB1-5CE98626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290E3-74E9-4141-9270-0B842256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PurchaseInbound 采购主单与明细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FAEEB-D32D-460D-858A-795040CE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3830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F47F4-0418-44CA-91F1-9BD58E75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3830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AA9AB-CE65-461A-B9CF-675DE485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ReceiptBatch 实收批次来源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39641-457D-47EB-9A1F-F41BB5E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095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9E8D1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BFA43-0FE1-4626-8AAF-D422D51D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47625" cy="7239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1BE01E-6DE8-4A5B-9A1B-902BD703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828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StockBatch 批次数量与效期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56318-618F-406A-8B46-20064EC0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8C4FA5-E062-4FBC-9CF6-616D77A5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8150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528A3-A31A-4B65-9146-A1499F91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StockBatchLog 批次流水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6AA17C-33B0-44B9-8D29-A36AFD5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1D989B-9E2C-451A-8AA3-35747235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7D729-F417-46F6-8C82-AD0493E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 / StockLog 库存总账与流水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D506E-5602-4508-90DA-6E5E0838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49228-198E-4E8B-9AED-C74601C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47625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1C1C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E23795-6462-4E5E-918B-18F0A394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1828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Outbound / StockCheck 出库与盘点入口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DB763-4BE8-4585-8BA4-1C5B29E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145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E43B11-07F5-4436-8C3D-69FE660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61121-8AE0-49F0-ABBC-5527FE3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41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FD6AC0-D7E6-4CB0-8783-05FC657B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FAC7BE-9587-4360-9AD6-9F033F8B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0A7DA3-09CE-4669-B89E-FBB5707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17302-6F89-46F9-B8BF-20C7A619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AF4B8E-2463-497A-8425-48CB7F09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7AF8AC-B2DE-485E-A8CE-02B7CC55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设计重点不是罗列全部字段，而是说明：SKU 统一计量口径，库存批次保存来源与效期，流水记录数量变化原因。</a:t>
            </a:r>
          </a:p>
        </p:txBody>
      </p:sp>
    </p:spTree>
    <p:extLst>
      <p:ext uri="{BB962C8B-B14F-4D97-AF65-F5344CB8AC3E}">
        <p14:creationId xmlns:p14="http://schemas.microsoft.com/office/powerpoint/2010/main" val="15659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9BEC6-BF68-47A3-A30A-9F83D9BD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4D824-2041-45DD-BDE4-CBECAAFE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CORE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8279C-AE67-4296-A277-E8639CF1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统一库存变更机制保证总账、批次和流水同步更新。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25C1-488E-4B17-A64A-4CBA4795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B087D-BD62-4077-A937-F712167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5CA8D-30AE-4E3D-83D0-10FE0A84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1D62E-26FC-4B01-99E3-96168706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库存变化入口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444D4-0A49-462D-BEF5-57D6272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00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F76E7-871C-4B2D-8010-D8875679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C4598-7066-4223-A2A4-70BF29D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采购入库 生成批次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71C0D-906C-4D3C-BF73-DD9D4F8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000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A2FBB-C102-4515-B832-65CDE7BA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1C1C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6027B-37F4-4A37-BDAB-C8DE6F0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销售出库 FEFO 扣减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F0CF6-5C54-4172-B843-D74A6D1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000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26B06-6364-42D8-A3BE-CFA6886C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64B56-951C-4721-92F3-36FD2218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33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库存盘点 差异调整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83A6F-4888-4042-BAF9-33459246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978D0E-BF52-438B-8258-EAB987A5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24765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9C431-5BB5-4EFF-B30B-6E654AA4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47625" cy="1085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77E3C-E6F1-46B6-B72B-D29A888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33650"/>
            <a:ext cx="22098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统一库存服务 校验数量 / 开启事务 / 更新库存 / 写入流水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6B987-09E8-41E8-BD23-F9D8687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B47C4-C680-424B-AB41-177DEF56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同步更新结果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EF3DE-B63E-488D-8088-12016932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2190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072D4-387B-45E9-823C-09451E83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55ABD-7B65-45F7-B3F2-F20D7744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192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 SKU 层库存总账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0D9B0-04EC-4B67-AB90-116549DC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38450"/>
            <a:ext cx="2190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7AA60-D662-4E98-865C-A852EFC9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38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63F0D-F5CC-44AB-A13C-50CDEC5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92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StockBatch 批次数量与状态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CC319-0B17-4FB4-B347-765BF311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2190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40221-B5EC-45B9-A344-9CA51ED0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00450"/>
            <a:ext cx="47625" cy="5143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A7EE7-6163-4A4A-85C1-D06C8F1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92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StockLog / BatchLog 总账流水与批次流水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8012D-AA06-409B-97B4-C86124EA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200150" cy="20383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47EA17-197F-4F6A-9100-03D1EBC3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819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692499-E367-4375-AAAE-DFD21345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8191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临期优先 单位换算 事务回滚 来源可查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F87159-EB12-446C-A24C-0CEC869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20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通过统一入口，避免采购、出库、盘点等模块各自直接修改库存表造成不一致。</a:t>
            </a:r>
          </a:p>
        </p:txBody>
      </p:sp>
    </p:spTree>
    <p:extLst>
      <p:ext uri="{BB962C8B-B14F-4D97-AF65-F5344CB8AC3E}">
        <p14:creationId xmlns:p14="http://schemas.microsoft.com/office/powerpoint/2010/main" val="2113279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746A3-9CC1-4AD0-8EB4-646C4B1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3340E-AA4A-42B9-9AE1-EE31330F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61C31-730A-4F1C-979C-1ECF86A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系统页面已经覆盖库存管理的关键业务链路。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A61C3-A449-48FD-BFFA-9B6CED5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A60FE-6C33-4D48-B53B-0D7C7BB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FD4B2-1C74-4F3D-BBD5-F3D44C88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B482A-0D4A-4BE4-BC23-14F4399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3333750" cy="1943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30673f52c44f1"/>
          <a:stretch xmlns:a="http://schemas.openxmlformats.org/drawingml/2006/main"/>
        </p:blipFill>
        <p:spPr>
          <a:xfrm xmlns:a="http://schemas.openxmlformats.org/drawingml/2006/main">
            <a:off x="1038225" y="1657350"/>
            <a:ext cx="2590800" cy="1619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96872-BB36-4A2D-B882-F33B9FF5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工作台与库存预警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13B65-4D8F-494F-AE11-0B902A9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3333750" cy="1943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a16e9dfc5469b"/>
          <a:stretch xmlns:a="http://schemas.openxmlformats.org/drawingml/2006/main"/>
        </p:blipFill>
        <p:spPr>
          <a:xfrm xmlns:a="http://schemas.openxmlformats.org/drawingml/2006/main">
            <a:off x="4810125" y="1657350"/>
            <a:ext cx="2590800" cy="1619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AB81E-824B-4FFB-A152-760CD55A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SKU 规格与单位换算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86EEC-F12E-471A-B11B-D33CFDEF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3333750" cy="1943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e08d80c384c64"/>
          <a:stretch xmlns:a="http://schemas.openxmlformats.org/drawingml/2006/main"/>
        </p:blipFill>
        <p:spPr>
          <a:xfrm xmlns:a="http://schemas.openxmlformats.org/drawingml/2006/main">
            <a:off x="8582025" y="1657350"/>
            <a:ext cx="2590800" cy="1619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A8546-475A-459E-BDB5-4576E620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采购计划、审批与入库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6E65B-0045-4CC8-8EDC-FCD0584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62400"/>
            <a:ext cx="3333750" cy="1943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2c6495e294c5e"/>
          <a:stretch xmlns:a="http://schemas.openxmlformats.org/drawingml/2006/main"/>
        </p:blipFill>
        <p:spPr>
          <a:xfrm xmlns:a="http://schemas.openxmlformats.org/drawingml/2006/main">
            <a:off x="2200275" y="4057650"/>
            <a:ext cx="2590800" cy="1619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73964-3FA9-49FF-848C-D59EF272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769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库存中心与盘点管理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65B96-B061-4E13-9D5B-238FF397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3333750" cy="19431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a44958e654cfc"/>
          <a:stretch xmlns:a="http://schemas.openxmlformats.org/drawingml/2006/main"/>
        </p:blipFill>
        <p:spPr>
          <a:xfrm xmlns:a="http://schemas.openxmlformats.org/drawingml/2006/main">
            <a:off x="7400925" y="4057650"/>
            <a:ext cx="2590800" cy="16192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496E9-6B24-46C1-9C89-34DB0D3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76900"/>
            <a:ext cx="3105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报表统计与经营分析</a:t>
            </a:r>
          </a:p>
        </p:txBody>
      </p:sp>
    </p:spTree>
    <p:extLst>
      <p:ext uri="{BB962C8B-B14F-4D97-AF65-F5344CB8AC3E}">
        <p14:creationId xmlns:p14="http://schemas.microsoft.com/office/powerpoint/2010/main" val="768310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EC9BF-4303-47D3-BE82-102BA2F0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E59B5-9F13-4F82-ADBD-BC42DD61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TEST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BD49A-ED67-4B87-AD18-1C4C2B8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测试重点验证权限边界、流程闭环和库存一致性。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9EAC4-BEB9-49F3-8206-88CC9F1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BBA57-76D7-48F2-8596-48BF4C7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53D9-1293-49D5-8342-64A2C97A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53FD3-F6F2-410F-9D4B-76FC99B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B0818-F0A7-4778-B330-E073AD9F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CA2C-2909-4FA0-A6D8-B49AB279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7804B-C885-491A-9E2B-570DC3F6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14500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70548-715F-4C30-8757-AC806EC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43487-1350-4B12-B287-9CF6906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81380-5525-4227-A1CD-89EEBBEC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登录与权限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8A0C1-0A9F-4755-8D69-D1FE6D90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9552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Token、路由守卫、菜单和按钮权限控制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7F146-E719-4C41-90D6-46F6E5EE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955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047E6-4775-4DD7-A9D0-122EAAB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477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E5523-FFD3-4497-936D-2672533F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BB6F1-D9C0-48E1-9B58-FF822BA4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0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商品与 SKU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72ED9-38E8-4DAF-9EA7-2CC614EF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8607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编码唯一、规格维护、单位换算和查询筛选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EC343-D15F-4718-9AA4-17B99668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8607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基础稳定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EF127-00F4-45A4-9AD2-A371330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477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5D4851-0B0F-4213-B493-7579FDC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803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26859-5852-437F-A8DC-E60D719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采购入库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824B1-95F7-4311-94CB-D6A544D6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单据保存、状态流转、收货入库和批次生成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5E2A0-2E53-4C59-A7C6-85A30BA8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766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流程闭环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BADDF-B915-4A16-A0CE-CCA6F649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0477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68B2F-4753-4C92-A7E9-EFAEA42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8163A-58AD-4166-B994-15E339F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出库与盘点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2FE70-43B4-47D1-ADB2-3B235FF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6717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库存不足校验、FEFO 扣减、盘点差异记录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52261-5AAE-4878-93ED-FA199BD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6717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规则有效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05931-CA9C-421F-8C9B-5F5AFF4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EF28C-DD47-41E0-9D82-A05114FB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311477-2C9A-4FC4-9942-BB9F655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57725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报表与工作台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68B27-166A-4A41-9197-71B73728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库存预警、统计聚合、业务数据展示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52448B-0712-4691-9762-B8683DC9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57725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可演示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00B5B-C229-4C4D-BBDF-4E5B58A3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48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验证口径：页面能操作，接口响应一致，库存总账、批次数量和流水记录在关键业务中保持同步。</a:t>
            </a:r>
          </a:p>
        </p:txBody>
      </p:sp>
    </p:spTree>
    <p:extLst>
      <p:ext uri="{BB962C8B-B14F-4D97-AF65-F5344CB8AC3E}">
        <p14:creationId xmlns:p14="http://schemas.microsoft.com/office/powerpoint/2010/main" val="1754754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6595C-C26B-49F1-952F-5C17D52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EC8E1-A5BA-4501-B9ED-6FDDAC3C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AI COLLABORATION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21F9F-8193-4DE5-B425-F015478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AI 协同开发提升效率，也带来边界与验证风险。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40812-F0BD-4C1C-97B9-CF79C337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6115E-A77D-4E0C-978C-835B392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DD27F-0AA7-4CCC-BB5A-20AA07F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E441E-88B2-4B81-BA26-2535E11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协同方式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95F95-F3B2-4AE9-A9B9-824E60B3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000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89DAE-B1E7-4637-A171-636B72C1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7625" cy="704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17379-A676-4F7A-A4E1-8EF0B70C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733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本人主导 目标设定 / 范围控制 / 业务判断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5AEA1-EC8D-4BB5-93B9-A541C04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14797-DD5E-475E-A88C-36B1E7B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000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05A2C-76D7-4942-A4E1-7A689CE7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47625" cy="704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71EE8-2B05-4B52-A0D4-790D6099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1733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对话版 AI 需求澄清 / 设计辅助 / 文档表达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92D9C-EB48-4F46-8FA9-50407467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4D6C2C-2412-4FB1-BFBB-ED23525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2000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36504-E7C5-458D-9AAE-3EE544BB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7625" cy="704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1C946-A027-4721-9897-7C9ADF6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33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Claude Code 计划拆解 / 影响分析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33B802-C14C-4AFB-91B8-1F0CC7E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E7398-B99B-40A1-909D-AF2796A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0002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B82E6-982D-4412-AF38-D2B687C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47625" cy="704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415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B5E2D-591F-44E2-A473-29CC377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52650"/>
            <a:ext cx="1733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Codex 代码修改 / 测试运行 / 验证记录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163D9-60AF-4B06-956C-1E2E4E81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762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3E48FC-355C-4EA2-A8BE-75BF8AE7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过程机制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1EE7E-1B71-4F51-BABD-1BA775F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3905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以任务目录承载 README、设计方案、数据库变更、前端影响、后端影响、测试记录和开发记录。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5E744-7DB6-4C09-A16D-73612AB2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7625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824CF-D2C8-4FD9-A0AB-CB2D2D33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开发困难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3DD14-07BD-4C74-B235-25B89A96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3905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任务边界容易扩大；生成代码需要适配项目结构；SQL 与接口口径必须人工核对；业务规则和测试结果不能只依赖 AI 判断。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9210B-ACFB-43C2-A953-199250A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81650"/>
            <a:ext cx="971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核心认识：AI 提升的是执行和整理效率，最终质量仍依赖开发者的业务判断、审查和验证。</a:t>
            </a:r>
          </a:p>
        </p:txBody>
      </p:sp>
    </p:spTree>
    <p:extLst>
      <p:ext uri="{BB962C8B-B14F-4D97-AF65-F5344CB8AC3E}">
        <p14:creationId xmlns:p14="http://schemas.microsoft.com/office/powerpoint/2010/main" val="329633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16E5C-65BD-4A6B-AEBA-CB9B72A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5DD35-0205-4E7E-A289-E2E4819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E8E89-2144-457D-AF9B-C728284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76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系统完成了可演示原型，也为后续多仓库、移动盘点和预测分析预留扩展方向。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E359E-3C59-445B-A428-A45A8233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9AAF-291E-4342-9FC4-5F3F2A0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Supermarket Inventory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1A0E4-AC6B-490E-B310-FBBA49AF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81750"/>
            <a:ext cx="742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00D97-49D3-4665-9A6A-8BF34FEA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30670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97383-C84B-4A7C-87CE-8A42D5C4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30670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D5137-B14E-4185-8E59-A08B6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0670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02778-0FB2-49C4-BF1A-F99EBA62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t>完成成果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109D0-8D82-4EE7-B4CE-13968A22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286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实现商品、SKU、供应商、采购入库、库存批次、出库、盘点、报表与权限等主要功能。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3DE85-B3EC-42AC-8AE8-DB3B32A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193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0A498-3806-4CFB-A95B-6842CDE7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2286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通过统一库存变更和批次流水，提升库存一致性、追溯性和经营分析基础。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9B6BF-B755-4661-8A57-C56FB66F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1930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C5857-DABC-4AEF-8FFF-BB228C9A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286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可继续扩展多仓库、移动端盘点、条码扫描、供应商评价和库存预测。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032D5-02A8-4DAA-BB59-99D5C189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149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0F2E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A637A-52D1-4ABF-8777-05A75371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14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766E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57DA1-83DE-4F6C-95FA-D1F21FD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多仓库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FB39E-334E-4C4C-AF7A-701533D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7205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67254-D049-4EF9-B152-55A3ACC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149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80EA1-4975-42A8-BEEA-F8B5ECE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14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D4ED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0CD0C-93CF-47D5-AC05-D45FB14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292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移动盘点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9414C-6FC5-46E0-9F5A-4DE88C9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1AEF8-59FA-4A22-943E-8C8F44A8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F7AA3-0222-4141-8C90-642FE93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14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05AC1-5016-433B-81A6-732E2B11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条码扫描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4C883-559D-49DB-A129-620B339F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400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C46AA-B4E0-43EE-A1DB-F9269A5E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16192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BA59A-4B9A-403A-AAD5-ED84B0E8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47625" cy="4572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803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EDA93E-A63A-4A45-A684-BDFA40D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2920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642AF3-DA54-4FDB-AA30-8717DD62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15000"/>
            <a:ext cx="304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t>谢谢各位老师！</a:t>
            </a:r>
          </a:p>
        </p:txBody>
      </p:sp>
    </p:spTree>
    <p:extLst>
      <p:ext uri="{BB962C8B-B14F-4D97-AF65-F5344CB8AC3E}">
        <p14:creationId xmlns:p14="http://schemas.microsoft.com/office/powerpoint/2010/main" val="261776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2026-06-10T19:31:24.9180000Z</dcterms:created>
  <dcterms:modified xsi:type="dcterms:W3CDTF">2026-06-10T19:31:24.9180000Z</dcterms:modified>
</coreProperties>
</file>